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994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375660@studenti.unimore.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Safety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IoT Monitoring &amp; Response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and Internet of Things Software Architectures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Modena and Reggio Emilia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Tulay Ece Yildirim</a:t>
            </a:r>
            <a:r>
              <a:rPr lang="tr-T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375660</a:t>
            </a:r>
            <a:r>
              <a:rPr lang="tr-T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tr-T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375660@studenti.unimore.it</a:t>
            </a:r>
            <a:r>
              <a:rPr lang="tr-T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Challenges in Modern Smart Homes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entry when residents away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517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606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Hazard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 and smoke detection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832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337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consumption spike detection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0292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029200" y="18288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monitoring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Automated threat detection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Immediate safety responses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Distributed IoT architecture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Event logging &amp; audit trail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0" y="1188720"/>
            <a:ext cx="3657600" cy="54864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0" y="1188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 &amp; Apps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8059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HTTP/REST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2057400"/>
            <a:ext cx="0" cy="24819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913708" y="2491740"/>
            <a:ext cx="5270861" cy="94052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730829" y="23774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Collector &amp; Manager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MQTT Client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| Device Registry | State Store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34681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008120"/>
            <a:ext cx="2468880" cy="457200"/>
          </a:xfrm>
          <a:prstGeom prst="rect">
            <a:avLst/>
          </a:prstGeom>
          <a:solidFill>
            <a:srgbClr val="F8FAFC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40080" y="4008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5937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Door/Window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4008120"/>
            <a:ext cx="2468880" cy="457200"/>
          </a:xfrm>
          <a:prstGeom prst="rect">
            <a:avLst/>
          </a:prstGeom>
          <a:solidFill>
            <a:srgbClr val="F8FAFC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337560" y="4008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45937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| Switch | Sprinkler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4008120"/>
            <a:ext cx="2468880" cy="457200"/>
          </a:xfrm>
          <a:prstGeom prst="rect">
            <a:avLst/>
          </a:prstGeom>
          <a:solidFill>
            <a:srgbClr val="F8FAFC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080760" y="4008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Devices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45937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| Gas | Electricity | Water</a:t>
            </a:r>
            <a:endParaRPr lang="en-US" sz="100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7ACBF38B-EF7A-65F1-0430-911020C69F03}"/>
              </a:ext>
            </a:extLst>
          </p:cNvPr>
          <p:cNvSpPr/>
          <p:nvPr/>
        </p:nvSpPr>
        <p:spPr>
          <a:xfrm>
            <a:off x="4572000" y="3705497"/>
            <a:ext cx="0" cy="248194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280160"/>
            <a:ext cx="64008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Event-Driven Architecture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286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devices without modifying central manager. Each device operates independently.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004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200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communicate through message broker, unaware of each other. Failure isolation.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228600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52160" y="2286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processed immediately as they occur. Critical for safety applications.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320040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5216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AWS IoT, Azure IoT Hub, Google Cloud IoT best practices.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solidFill>
            <a:srgbClr val="F8FAFC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9"/>
          <p:cNvSpPr/>
          <p:nvPr/>
        </p:nvSpPr>
        <p:spPr>
          <a:xfrm>
            <a:off x="1188720" y="42062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Publish/Subscribe Pattern: Devices publish events → Manager reacts → Commands dispatched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93192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(Device ↔ Manager)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&amp; Efficient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Publish/Subscribe pattern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levels for reliability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connections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(Eclipse Paho)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home/&lt;home_id&gt;/&lt;device_id&gt;/&lt;channel&gt;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93192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HTTP/REST (Observer ↔ Manager)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support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operations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Cacheable responses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pattern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integration (FastAPI)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Endpoints: /status, /config, /devices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4114800"/>
            <a:ext cx="5486400" cy="822960"/>
          </a:xfrm>
          <a:prstGeom prst="rect">
            <a:avLst/>
          </a:prstGeom>
          <a:solidFill>
            <a:srgbClr val="F8FAFC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103120" y="41148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Format: JSON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| Language-agnostic | Flexible schema | Native FastAPI support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 Ecosystem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Emulated Devices Across 3 Categories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7863840" cy="3017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door_1, window_1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env_1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open: bool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temperature, pm10: 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alarm_controller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alarm_switch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sprinkler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mobile_light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cmd: set(on: bool)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cmd: set(armed: bool)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cmd: set(on: bool)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cmd: set(on, level)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gas_meter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electricity_meter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water_meter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telemetry: total, delta, supply_on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cmd: set(supply_on: bool)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devices publish to MQTT topic: home/home_1/&lt;device_id&gt;/{telemetry|state|cmd}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 Engine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5176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716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Intrusion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armed=True + door open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ON + Light HIGH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83280" y="1188720"/>
            <a:ext cx="265176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371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0" y="13716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Fire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temp≥60°C + pm10≥150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ON + Sprinkler 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17920" y="1188720"/>
            <a:ext cx="265176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3716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49440" y="13716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3: Gas Leak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delta/prev ≥ 2.0x spike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ON + Gas shutoff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4864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0040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154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trigger only on False→True transition, preventing duplicate activations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20040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852160" y="3154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Period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buffer prevents command spam during persistent conditions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931920"/>
            <a:ext cx="365760" cy="3657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80160" y="3886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Thresholds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parameters adjustable via REST API (temp, pm10, gas_spike_ratio)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3931920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852160" y="3886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 in JSONL format: outputs/events.log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14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→ Evaluate Rules → Trigger Actions → Log Events → Dispatch Commands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Python 3.10+ | FastAPI | Uvicorn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Eclipse Paho | Mosquitto Broker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Pydantic models | Thread-safe stores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</a:t>
            </a:r>
            <a:r>
              <a:rPr lang="tr-TR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lines across 9 Python modules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state management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switch via telemetry (bidirectional control)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device pattern (sensor + actuator)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Single-home design (scalable to multi-tenant)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8046720" cy="1188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system snapshot (config, devices, telemetry, state)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or update system configuration (thresholds, rules)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POST / 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registry CRUD 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3 rules validated  |  ✓ Edge detection verified  |  ✓ Demo script included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760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Results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352005"/>
            <a:ext cx="6400800" cy="1463040"/>
          </a:xfrm>
          <a:prstGeom prst="rect">
            <a:avLst/>
          </a:prstGeom>
          <a:solidFill>
            <a:srgbClr val="1E3A5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1645920" y="1534885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Demo Script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Arm system → Trigger intrusion → Alarm + Light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High temp/PM10 → Trigger fire → Alarm + Sprinkler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Gas spike → Trigger gas leak → Alarm + Shutoff</a:t>
            </a:r>
            <a:endParaRPr lang="en-US" sz="1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logged to outputs/events.log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97925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55125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Functional IoT safety system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 devices, 3 automated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Distributed event-driven architecture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MQTT + REST communication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Thread-safe, production-ready 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2997925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3455125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Multi-home support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(database)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UI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 (AWS IoT)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anomaly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59812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815</Words>
  <Application>Microsoft Office PowerPoint</Application>
  <PresentationFormat>On-screen Show (16:9)</PresentationFormat>
  <Paragraphs>170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 Safety System - IoT Project</dc:title>
  <dc:subject>PptxGenJS Presentation</dc:subject>
  <dc:creator>Tulay Ece Yildirim</dc:creator>
  <cp:lastModifiedBy>Tülay Ece Yıldırım</cp:lastModifiedBy>
  <cp:revision>4</cp:revision>
  <dcterms:created xsi:type="dcterms:W3CDTF">2026-02-03T22:04:42Z</dcterms:created>
  <dcterms:modified xsi:type="dcterms:W3CDTF">2026-02-04T01:39:09Z</dcterms:modified>
</cp:coreProperties>
</file>